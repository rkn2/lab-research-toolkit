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B"/>
    <a:srgbClr val="FEFEFC"/>
    <a:srgbClr val="A3B9C2"/>
    <a:srgbClr val="98C5CB"/>
    <a:srgbClr val="1C51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14C25-DC61-DD6C-5E3B-26A89AC29FA8}" v="1" dt="2026-02-06T17:23:38.729"/>
    <p1510:client id="{F910DEAB-BF08-B745-A5DB-2F29774EC3E9}" v="68" dt="2026-02-06T17:33:46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politano, Rebecca" userId="S::rjn5308@psu.edu::2248e7d5-3a88-4e07-a5b0-1ac4ee565702" providerId="AD" clId="Web-{E2114C25-DC61-DD6C-5E3B-26A89AC29FA8}"/>
    <pc:docChg chg="modSld">
      <pc:chgData name="Napolitano, Rebecca" userId="S::rjn5308@psu.edu::2248e7d5-3a88-4e07-a5b0-1ac4ee565702" providerId="AD" clId="Web-{E2114C25-DC61-DD6C-5E3B-26A89AC29FA8}" dt="2026-02-06T17:23:38.729" v="0"/>
      <pc:docMkLst>
        <pc:docMk/>
      </pc:docMkLst>
      <pc:sldChg chg="modSp">
        <pc:chgData name="Napolitano, Rebecca" userId="S::rjn5308@psu.edu::2248e7d5-3a88-4e07-a5b0-1ac4ee565702" providerId="AD" clId="Web-{E2114C25-DC61-DD6C-5E3B-26A89AC29FA8}" dt="2026-02-06T17:23:38.729" v="0"/>
        <pc:sldMkLst>
          <pc:docMk/>
          <pc:sldMk cId="109857222" sldId="256"/>
        </pc:sldMkLst>
        <pc:picChg chg="mod">
          <ac:chgData name="Napolitano, Rebecca" userId="S::rjn5308@psu.edu::2248e7d5-3a88-4e07-a5b0-1ac4ee565702" providerId="AD" clId="Web-{E2114C25-DC61-DD6C-5E3B-26A89AC29FA8}" dt="2026-02-06T17:23:38.729" v="0"/>
          <ac:picMkLst>
            <pc:docMk/>
            <pc:sldMk cId="109857222" sldId="256"/>
            <ac:picMk id="8" creationId="{0430537C-6CAA-8609-BE95-4CC6C5E9929A}"/>
          </ac:picMkLst>
        </pc:picChg>
      </pc:sldChg>
    </pc:docChg>
  </pc:docChgLst>
  <pc:docChgLst>
    <pc:chgData name="Napolitano, Rebecca" userId="2248e7d5-3a88-4e07-a5b0-1ac4ee565702" providerId="ADAL" clId="{90A0B753-1A5D-58A7-BB77-9DBBCDFCC4B1}"/>
    <pc:docChg chg="undo custSel addSld modSld">
      <pc:chgData name="Napolitano, Rebecca" userId="2248e7d5-3a88-4e07-a5b0-1ac4ee565702" providerId="ADAL" clId="{90A0B753-1A5D-58A7-BB77-9DBBCDFCC4B1}" dt="2026-02-06T17:33:46.101" v="69" actId="692"/>
      <pc:docMkLst>
        <pc:docMk/>
      </pc:docMkLst>
      <pc:sldChg chg="modSp mod">
        <pc:chgData name="Napolitano, Rebecca" userId="2248e7d5-3a88-4e07-a5b0-1ac4ee565702" providerId="ADAL" clId="{90A0B753-1A5D-58A7-BB77-9DBBCDFCC4B1}" dt="2026-02-06T17:26:49.796" v="20" actId="20577"/>
        <pc:sldMkLst>
          <pc:docMk/>
          <pc:sldMk cId="109857222" sldId="256"/>
        </pc:sldMkLst>
        <pc:spChg chg="mod">
          <ac:chgData name="Napolitano, Rebecca" userId="2248e7d5-3a88-4e07-a5b0-1ac4ee565702" providerId="ADAL" clId="{90A0B753-1A5D-58A7-BB77-9DBBCDFCC4B1}" dt="2026-02-06T17:26:49.796" v="20" actId="20577"/>
          <ac:spMkLst>
            <pc:docMk/>
            <pc:sldMk cId="109857222" sldId="256"/>
            <ac:spMk id="7" creationId="{322BBC9A-8338-00BA-1B72-A3914DD1297A}"/>
          </ac:spMkLst>
        </pc:spChg>
        <pc:picChg chg="mod">
          <ac:chgData name="Napolitano, Rebecca" userId="2248e7d5-3a88-4e07-a5b0-1ac4ee565702" providerId="ADAL" clId="{90A0B753-1A5D-58A7-BB77-9DBBCDFCC4B1}" dt="2026-02-06T17:26:45.243" v="13" actId="1076"/>
          <ac:picMkLst>
            <pc:docMk/>
            <pc:sldMk cId="109857222" sldId="256"/>
            <ac:picMk id="8" creationId="{0430537C-6CAA-8609-BE95-4CC6C5E9929A}"/>
          </ac:picMkLst>
        </pc:picChg>
      </pc:sldChg>
      <pc:sldChg chg="modSp add mod">
        <pc:chgData name="Napolitano, Rebecca" userId="2248e7d5-3a88-4e07-a5b0-1ac4ee565702" providerId="ADAL" clId="{90A0B753-1A5D-58A7-BB77-9DBBCDFCC4B1}" dt="2026-02-06T17:33:46.101" v="69" actId="692"/>
        <pc:sldMkLst>
          <pc:docMk/>
          <pc:sldMk cId="2743541881" sldId="259"/>
        </pc:sldMkLst>
        <pc:spChg chg="mod">
          <ac:chgData name="Napolitano, Rebecca" userId="2248e7d5-3a88-4e07-a5b0-1ac4ee565702" providerId="ADAL" clId="{90A0B753-1A5D-58A7-BB77-9DBBCDFCC4B1}" dt="2026-02-06T17:26:53.120" v="26" actId="20577"/>
          <ac:spMkLst>
            <pc:docMk/>
            <pc:sldMk cId="2743541881" sldId="259"/>
            <ac:spMk id="7" creationId="{E036FAD2-A830-3358-C117-DF5C465C5DE8}"/>
          </ac:spMkLst>
        </pc:spChg>
        <pc:picChg chg="mod modCrop">
          <ac:chgData name="Napolitano, Rebecca" userId="2248e7d5-3a88-4e07-a5b0-1ac4ee565702" providerId="ADAL" clId="{90A0B753-1A5D-58A7-BB77-9DBBCDFCC4B1}" dt="2026-02-06T17:33:46.101" v="69" actId="692"/>
          <ac:picMkLst>
            <pc:docMk/>
            <pc:sldMk cId="2743541881" sldId="259"/>
            <ac:picMk id="8" creationId="{91158002-2DE4-2F24-0BC9-A8BE5B96CE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kn2.github.io/heritage3d-lab/" TargetMode="External"/><Relationship Id="rId2" Type="http://schemas.openxmlformats.org/officeDocument/2006/relationships/hyperlink" Target="mailto:nap@psu.edu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://Whttps:/rkn2.github.io/heritage3d-lab/" TargetMode="External"/><Relationship Id="rId4" Type="http://schemas.openxmlformats.org/officeDocument/2006/relationships/hyperlink" Target="mailto:nap@p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2BBC9A-8338-00BA-1B72-A3914DD1297A}"/>
              </a:ext>
            </a:extLst>
          </p:cNvPr>
          <p:cNvSpPr txBox="1"/>
          <p:nvPr/>
        </p:nvSpPr>
        <p:spPr>
          <a:xfrm>
            <a:off x="549639" y="412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Logo clear</a:t>
            </a:r>
          </a:p>
        </p:txBody>
      </p:sp>
      <p:pic>
        <p:nvPicPr>
          <p:cNvPr id="8" name="Picture 7" descr="A drawing of a building&#10;&#10;AI-generated content may be incorrect.">
            <a:extLst>
              <a:ext uri="{FF2B5EF4-FFF2-40B4-BE49-F238E27FC236}">
                <a16:creationId xmlns:a16="http://schemas.microsoft.com/office/drawing/2014/main" id="{0430537C-6CAA-8609-BE95-4CC6C5E99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6671" y="0"/>
            <a:ext cx="6752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060B5-3BDC-617A-01A6-12149D022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36FAD2-A830-3358-C117-DF5C465C5DE8}"/>
              </a:ext>
            </a:extLst>
          </p:cNvPr>
          <p:cNvSpPr txBox="1"/>
          <p:nvPr/>
        </p:nvSpPr>
        <p:spPr>
          <a:xfrm>
            <a:off x="549639" y="412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Logo white</a:t>
            </a:r>
          </a:p>
        </p:txBody>
      </p:sp>
      <p:pic>
        <p:nvPicPr>
          <p:cNvPr id="8" name="Picture 7" descr="A drawing of a building&#10;&#10;AI-generated content may be incorrect.">
            <a:extLst>
              <a:ext uri="{FF2B5EF4-FFF2-40B4-BE49-F238E27FC236}">
                <a16:creationId xmlns:a16="http://schemas.microsoft.com/office/drawing/2014/main" id="{91158002-2DE4-2F24-0BC9-A8BE5B96C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1" t="1" r="665" b="290"/>
          <a:stretch>
            <a:fillRect/>
          </a:stretch>
        </p:blipFill>
        <p:spPr>
          <a:xfrm>
            <a:off x="-5289664" y="-6566770"/>
            <a:ext cx="19279984" cy="19991539"/>
          </a:xfrm>
          <a:prstGeom prst="roundRect">
            <a:avLst>
              <a:gd name="adj" fmla="val 6678"/>
            </a:avLst>
          </a:prstGeom>
          <a:ln w="457200">
            <a:solidFill>
              <a:srgbClr val="FDFDFB"/>
            </a:solidFill>
          </a:ln>
        </p:spPr>
      </p:pic>
    </p:spTree>
    <p:extLst>
      <p:ext uri="{BB962C8B-B14F-4D97-AF65-F5344CB8AC3E}">
        <p14:creationId xmlns:p14="http://schemas.microsoft.com/office/powerpoint/2010/main" val="274354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0CC7-3555-81A6-AEC8-2CCFCCC2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5861F3-7F74-0695-FFBC-6C7D6BAFC60B}"/>
              </a:ext>
            </a:extLst>
          </p:cNvPr>
          <p:cNvSpPr txBox="1"/>
          <p:nvPr/>
        </p:nvSpPr>
        <p:spPr>
          <a:xfrm>
            <a:off x="549639" y="412229"/>
            <a:ext cx="99010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Becca signature –I just updated the text and screen grabbed it for my signature FYI you can do whatever you wish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A0BD64-6428-E536-F692-ADF10FCCB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499750"/>
              </p:ext>
            </p:extLst>
          </p:nvPr>
        </p:nvGraphicFramePr>
        <p:xfrm>
          <a:off x="3731306" y="2338727"/>
          <a:ext cx="5934075" cy="1402595"/>
        </p:xfrm>
        <a:graphic>
          <a:graphicData uri="http://schemas.openxmlformats.org/drawingml/2006/table">
            <a:tbl>
              <a:tblPr/>
              <a:tblGrid>
                <a:gridCol w="1647825">
                  <a:extLst>
                    <a:ext uri="{9D8B030D-6E8A-4147-A177-3AD203B41FA5}">
                      <a16:colId xmlns:a16="http://schemas.microsoft.com/office/drawing/2014/main" val="1908403198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964209248"/>
                    </a:ext>
                  </a:extLst>
                </a:gridCol>
              </a:tblGrid>
              <a:tr h="657711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200">
                        <a:solidFill>
                          <a:srgbClr val="000000"/>
                        </a:solidFill>
                        <a:effectLst/>
                        <a:latin typeface="Time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"/>
                        </a:rPr>
                        <a:t>              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485669"/>
                  </a:ext>
                </a:extLst>
              </a:tr>
              <a:tr h="744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Dr. Rebecca Napolitano 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| </a:t>
                      </a:r>
                      <a:r>
                        <a:rPr lang="en-US" sz="1100" u="sng">
                          <a:solidFill>
                            <a:srgbClr val="467886"/>
                          </a:solidFill>
                          <a:effectLst/>
                          <a:latin typeface="Aptos" panose="020B0004020202020204" pitchFamily="34" charset="0"/>
                          <a:hlinkClick r:id="rId2"/>
                        </a:rPr>
                        <a:t>nap@psu.edu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| Assistant Professor ​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Leader of the </a:t>
                      </a:r>
                      <a:r>
                        <a:rPr lang="en-US" sz="1100" u="sng">
                          <a:solidFill>
                            <a:srgbClr val="467886"/>
                          </a:solidFill>
                          <a:effectLst/>
                          <a:latin typeface="Aptos" panose="020B0004020202020204" pitchFamily="34" charset="0"/>
                          <a:hlinkClick r:id="rId3"/>
                        </a:rPr>
                        <a:t>Heritage 3D Lab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| Penn State Architectural Engineering ​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Co-lead | APTI Disaster Response Initiative (DRI)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08121"/>
                  </a:ext>
                </a:extLst>
              </a:tr>
            </a:tbl>
          </a:graphicData>
        </a:graphic>
      </p:graphicFrame>
      <p:pic>
        <p:nvPicPr>
          <p:cNvPr id="1025" name="Picture 1" descr="A drawing of a building&#10;&#10;AI-generated content may be incorrect.">
            <a:extLst>
              <a:ext uri="{FF2B5EF4-FFF2-40B4-BE49-F238E27FC236}">
                <a16:creationId xmlns:a16="http://schemas.microsoft.com/office/drawing/2014/main" id="{94C8089F-8E36-EA82-7EAD-1FEDB1AB4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878" y="2026822"/>
            <a:ext cx="2159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close up of black text&#10;&#10;AI-generated content may be incorrect.">
            <a:extLst>
              <a:ext uri="{FF2B5EF4-FFF2-40B4-BE49-F238E27FC236}">
                <a16:creationId xmlns:a16="http://schemas.microsoft.com/office/drawing/2014/main" id="{99FA7114-1B60-963C-613A-D5D2412EA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140" y="2201824"/>
            <a:ext cx="39878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24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73A2-E086-2B2E-351E-9E6959E55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rawing of a building&#10;&#10;AI-generated content may be incorrect.">
            <a:extLst>
              <a:ext uri="{FF2B5EF4-FFF2-40B4-BE49-F238E27FC236}">
                <a16:creationId xmlns:a16="http://schemas.microsoft.com/office/drawing/2014/main" id="{98BD4647-8662-B062-B37A-990501A7E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r="-28" b="21875"/>
          <a:stretch>
            <a:fillRect/>
          </a:stretch>
        </p:blipFill>
        <p:spPr>
          <a:xfrm>
            <a:off x="1084783" y="1898754"/>
            <a:ext cx="3699564" cy="2935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C6B0D3-DA6A-3F6E-8D78-30BFEB697BB6}"/>
              </a:ext>
            </a:extLst>
          </p:cNvPr>
          <p:cNvSpPr txBox="1"/>
          <p:nvPr/>
        </p:nvSpPr>
        <p:spPr>
          <a:xfrm>
            <a:off x="4434590" y="3628867"/>
            <a:ext cx="684051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STUDENT NAME </a:t>
            </a:r>
            <a:r>
              <a:rPr lang="en-US">
                <a:solidFill>
                  <a:srgbClr val="000000"/>
                </a:solidFill>
              </a:rPr>
              <a:t>| </a:t>
            </a:r>
            <a:r>
              <a:rPr lang="en-US">
                <a:solidFill>
                  <a:srgbClr val="000000"/>
                </a:solidFill>
                <a:hlinkClick r:id="rId4"/>
              </a:rPr>
              <a:t>student email@psu.edu</a:t>
            </a:r>
            <a:r>
              <a:rPr lang="en-US">
                <a:solidFill>
                  <a:srgbClr val="000000"/>
                </a:solidFill>
              </a:rPr>
              <a:t> | PhD</a:t>
            </a:r>
            <a:r>
              <a:rPr lang="en-US"/>
              <a:t> Student</a:t>
            </a:r>
          </a:p>
          <a:p>
            <a:pPr algn="ctr"/>
            <a:r>
              <a:rPr lang="en-US"/>
              <a:t>Heritage 3D Lab | Penn State Architectural Engineering </a:t>
            </a:r>
          </a:p>
          <a:p>
            <a:pPr algn="ctr"/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Lab website: 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://rkn2.github.io/heritage3d-lab/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5" descr="A close up of black text&#10;&#10;AI-generated content may be incorrect.">
            <a:extLst>
              <a:ext uri="{FF2B5EF4-FFF2-40B4-BE49-F238E27FC236}">
                <a16:creationId xmlns:a16="http://schemas.microsoft.com/office/drawing/2014/main" id="{09317121-4CD8-9A60-8C0D-ABD7A2F54F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017"/>
          <a:stretch>
            <a:fillRect/>
          </a:stretch>
        </p:blipFill>
        <p:spPr>
          <a:xfrm>
            <a:off x="5091034" y="2329720"/>
            <a:ext cx="5526179" cy="1161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D4F2B-F9DE-F1DE-806D-DBCBC490A276}"/>
              </a:ext>
            </a:extLst>
          </p:cNvPr>
          <p:cNvSpPr txBox="1"/>
          <p:nvPr/>
        </p:nvSpPr>
        <p:spPr>
          <a:xfrm>
            <a:off x="549639" y="412229"/>
            <a:ext cx="111127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Students sig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D9F468-4FE3-AA08-883D-AEA85F2CFC7A}"/>
              </a:ext>
            </a:extLst>
          </p:cNvPr>
          <p:cNvSpPr txBox="1"/>
          <p:nvPr/>
        </p:nvSpPr>
        <p:spPr>
          <a:xfrm>
            <a:off x="3918857" y="5515429"/>
            <a:ext cx="7581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FYI to get this in your signature in line  you will want to use an invisible table.</a:t>
            </a:r>
          </a:p>
          <a:p>
            <a:r>
              <a:rPr lang="en-US"/>
              <a:t> You can prob copy from my email or just ask me to send it to you</a:t>
            </a:r>
          </a:p>
        </p:txBody>
      </p:sp>
    </p:spTree>
    <p:extLst>
      <p:ext uri="{BB962C8B-B14F-4D97-AF65-F5344CB8AC3E}">
        <p14:creationId xmlns:p14="http://schemas.microsoft.com/office/powerpoint/2010/main" val="370325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2025-12-03T16:16:40Z</dcterms:created>
  <dcterms:modified xsi:type="dcterms:W3CDTF">2026-02-06T17:34:29Z</dcterms:modified>
</cp:coreProperties>
</file>